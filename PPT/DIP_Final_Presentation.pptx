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Processing Time (s)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Noise Removal</c:v>
                  </c:pt>
                  <c:pt idx="1">
                    <c:v>Deblurring</c:v>
                  </c:pt>
                  <c:pt idx="2">
                    <c:v>Super Resolution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C3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C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3200400" cy="347472"/>
          </a:xfrm>
          <a:prstGeom prst="roundRect">
            <a:avLst>
              <a:gd name="adj" fmla="val 13158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9D6F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 | Sir Rana Adeel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AI-Based Image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Restoration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50292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63240"/>
            <a:ext cx="5029200" cy="1691640"/>
          </a:xfrm>
          <a:prstGeom prst="rect">
            <a:avLst/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1272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Husnain Faisal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(23-ST-042)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1752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Zeeshan Atif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(23-ST-002)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813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Rayyan Idrees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(23-ST-045)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17520" y="3813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Faseeh ul Hassan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(23-ST-019)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4709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82296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0F162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82296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1536192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0F1629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53619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2249424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0F162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249424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2962656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0F1629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96265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3675888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0F162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67588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4114800"/>
            <a:ext cx="502920" cy="5029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080760" y="41330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Application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why it matters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269748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704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1755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2130552"/>
            <a:ext cx="2487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images from noise, blur &amp; low resolution are everywhere — but no unified web tool existed for multi-technique restoration.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0" y="960120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960120"/>
            <a:ext cx="269748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1704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1755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310128" y="2130552"/>
            <a:ext cx="2487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 combining classical CV algorithms + DnCNN deep learning into one intuitive interface with live before/after comparison.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053328" y="960120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53328" y="960120"/>
            <a:ext cx="26974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17043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4768" y="1755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163056" y="2130552"/>
            <a:ext cx="2487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restore photos instantly via browser — no install needed. Supports PNG, JPG, BMP, TIFF, WebP up to 16 MB.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4617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457200" y="4919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 Modes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606040" y="4617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2606040" y="4919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 Layers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754880" y="4617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4754880" y="4919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Formats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903720" y="4617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7" name="Text 22"/>
          <p:cNvSpPr/>
          <p:nvPr/>
        </p:nvSpPr>
        <p:spPr>
          <a:xfrm>
            <a:off x="6903720" y="4919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Layers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client-server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8458200" cy="1078992"/>
          </a:xfrm>
          <a:prstGeom prst="rect">
            <a:avLst/>
          </a:prstGeom>
          <a:solidFill>
            <a:srgbClr val="141C35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05840"/>
            <a:ext cx="64008" cy="10789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6187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078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61872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61872" y="16733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• Comparison Slider • Results Display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2084832"/>
            <a:ext cx="548640" cy="16459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2075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7472" y="2267712"/>
            <a:ext cx="8458200" cy="1078992"/>
          </a:xfrm>
          <a:prstGeom prst="rect">
            <a:avLst/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" y="2267712"/>
            <a:ext cx="64008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23744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61872" y="23408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261872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+ CORS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261872" y="29352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• File Handling • Request Routing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297680" y="3346704"/>
            <a:ext cx="548640" cy="16459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51960" y="33375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7472" y="3529584"/>
            <a:ext cx="8458200" cy="1078992"/>
          </a:xfrm>
          <a:prstGeom prst="rect">
            <a:avLst/>
          </a:prstGeom>
          <a:solidFill>
            <a:srgbClr val="141C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47472" y="3529584"/>
            <a:ext cx="6400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85616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61872" y="36027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261872" y="3913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PyTorch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261872" y="419709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 • Deblur • Super Resolution • DnCNN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347472" y="4709160"/>
            <a:ext cx="8458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 proxies /api → Flask :5000 | Flask imports processing module directly as Python package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Restoration Techniques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capabilities of the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697480" cy="3858768"/>
          </a:xfrm>
          <a:prstGeom prst="roundRect">
            <a:avLst>
              <a:gd name="adj" fmla="val 2712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2697480" cy="822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1556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1645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Noise Removal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Median Filter (3×3) — removes salt-and-pepper noise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5146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Non-Local Means Denoising (h=10, window 7×7, search 21×21)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01752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Patch-based similarity preserves textures &amp; fine details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11480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0F1629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114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~2.0s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554480" y="4114800"/>
            <a:ext cx="1389888" cy="320040"/>
          </a:xfrm>
          <a:prstGeom prst="roundRect">
            <a:avLst>
              <a:gd name="adj" fmla="val 17143"/>
            </a:avLst>
          </a:prstGeom>
          <a:solidFill>
            <a:srgbClr val="0F1629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54480" y="411480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0" y="960120"/>
            <a:ext cx="2697480" cy="3858768"/>
          </a:xfrm>
          <a:prstGeom prst="roundRect">
            <a:avLst>
              <a:gd name="adj" fmla="val 2712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960120"/>
            <a:ext cx="269748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15568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91840" y="1645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 Deblurring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3310128" y="201168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Horizontal motion blur kernel (5×5)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10128" y="25146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Wiener Deconvolution in frequency domain via FFT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310128" y="301752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Unsharp masking (σ=1.0, strength=1.5) sharpens edges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310128" y="411480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0F162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10128" y="4114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~1.0s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407408" y="4114800"/>
            <a:ext cx="1389888" cy="320040"/>
          </a:xfrm>
          <a:prstGeom prst="roundRect">
            <a:avLst>
              <a:gd name="adj" fmla="val 17143"/>
            </a:avLst>
          </a:prstGeom>
          <a:solidFill>
            <a:srgbClr val="0F162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407408" y="411480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Moderate–High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053328" y="960120"/>
            <a:ext cx="2697480" cy="3858768"/>
          </a:xfrm>
          <a:prstGeom prst="roundRect">
            <a:avLst>
              <a:gd name="adj" fmla="val 2712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053328" y="960120"/>
            <a:ext cx="269748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115568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144768" y="1645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 Resolution</a:t>
            </a:r>
            <a:endParaRPr lang="en-US" sz="1450" dirty="0"/>
          </a:p>
        </p:txBody>
      </p:sp>
      <p:sp>
        <p:nvSpPr>
          <p:cNvPr id="31" name="Text 26"/>
          <p:cNvSpPr/>
          <p:nvPr/>
        </p:nvSpPr>
        <p:spPr>
          <a:xfrm>
            <a:off x="6163056" y="201168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Bicubic Interpolation (2× upscale)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163056" y="25146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Filtering — edge-preserving smooth (d=9)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163056" y="301752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Unsharp Masking + Detail Enhancement (σ_s=10, σ_r=0.15)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63056" y="411480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0F162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163056" y="4114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~1.2s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7260336" y="4114800"/>
            <a:ext cx="1389888" cy="320040"/>
          </a:xfrm>
          <a:prstGeom prst="roundRect">
            <a:avLst>
              <a:gd name="adj" fmla="val 17143"/>
            </a:avLst>
          </a:prstGeom>
          <a:solidFill>
            <a:srgbClr val="0F162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260336" y="411480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Moderate–High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DnCNN Deep Learning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learning for AI-powered denoising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17-Layer Architecture (PyTorch)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0F162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74520" y="11887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F1629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188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ReLU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0" y="11887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0F1629"/>
          </a:solidFill>
          <a:ln w="25400">
            <a:solidFill>
              <a:srgbClr val="9D6F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2–16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BN + ReLU (×15)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15000" y="118872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0F1629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188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17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Output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0" y="118872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F1629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118872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45920" y="1472184"/>
            <a:ext cx="21945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92224" y="14173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29000" y="1472184"/>
            <a:ext cx="21945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75304" y="14173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1472184"/>
            <a:ext cx="21945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32704" y="14173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86600" y="1472184"/>
            <a:ext cx="21945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2904" y="14173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029968"/>
            <a:ext cx="8366760" cy="566928"/>
          </a:xfrm>
          <a:prstGeom prst="rect">
            <a:avLst/>
          </a:prstGeom>
          <a:solidFill>
            <a:srgbClr val="0F162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0848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Learning: </a:t>
            </a:r>
            <a:pPr indent="0" marL="0">
              <a:buNone/>
            </a:pPr>
            <a:r>
              <a:rPr lang="en-US" sz="13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x_clean = x_noisy − f(x_noisy)</a:t>
            </a:r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Model predicts NOISE, not the clean image directly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65760" y="2816352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 Layer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" y="3218688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Conv2d(1, 64, 3) + ReLU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channel → 64 feature maps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23744" y="2816352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33472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Hidden Layers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33472" y="3218688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Conv2d(64, 64, 3) + BatchNorm2d + ReLU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×15 for deep feature extraction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81728" y="2816352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91456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 Layer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91456" y="3218688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Conv2d(64, 1, 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feature maps → noise residual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39712" y="2816352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4944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Fallback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3218688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dncnn.pth weights absent, system gracefully falls back to NL-Means classical pipeline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Details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engineering breakdown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API ENDPOINTS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3977640" cy="594360"/>
          </a:xfrm>
          <a:prstGeom prst="roundRect">
            <a:avLst>
              <a:gd name="adj" fmla="val 7692"/>
            </a:avLst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618488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184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517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/api/health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234440" y="17922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31136"/>
            <a:ext cx="3977640" cy="594360"/>
          </a:xfrm>
          <a:prstGeom prst="roundRect">
            <a:avLst>
              <a:gd name="adj" fmla="val 7692"/>
            </a:avLst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368296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36829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/api/restore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34440" y="2542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process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80944"/>
            <a:ext cx="3977640" cy="594360"/>
          </a:xfrm>
          <a:prstGeom prst="roundRect">
            <a:avLst>
              <a:gd name="adj" fmla="val 7692"/>
            </a:avLst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3118104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11810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/api/image/:id/input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234440" y="3291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image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3977640" cy="594360"/>
          </a:xfrm>
          <a:prstGeom prst="roundRect">
            <a:avLst>
              <a:gd name="adj" fmla="val 7692"/>
            </a:avLst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867912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8679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/api/image/:id/output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234440" y="4041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image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987552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19472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D6F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FEATURES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1481328"/>
            <a:ext cx="3840480" cy="594360"/>
          </a:xfrm>
          <a:prstGeom prst="roundRect">
            <a:avLst>
              <a:gd name="adj" fmla="val 7692"/>
            </a:avLst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609344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376672" y="1527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Upload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376672" y="1783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PNG/JPG/BMP/TIFF/WebP • Max 16 MB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846320" y="2231136"/>
            <a:ext cx="3840480" cy="594360"/>
          </a:xfrm>
          <a:prstGeom prst="roundRect">
            <a:avLst>
              <a:gd name="adj" fmla="val 7692"/>
            </a:avLst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359152"/>
            <a:ext cx="320040" cy="32004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376672" y="2276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Slider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5376672" y="2532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clip-path + pointer events for drag comparison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846320" y="2980944"/>
            <a:ext cx="3840480" cy="594360"/>
          </a:xfrm>
          <a:prstGeom prst="roundRect">
            <a:avLst>
              <a:gd name="adj" fmla="val 7692"/>
            </a:avLst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108960"/>
            <a:ext cx="320040" cy="32004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376672" y="3026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Metrics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5376672" y="32826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time, method used, and type display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4846320" y="3730752"/>
            <a:ext cx="3840480" cy="594360"/>
          </a:xfrm>
          <a:prstGeom prst="roundRect">
            <a:avLst>
              <a:gd name="adj" fmla="val 7692"/>
            </a:avLst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858768"/>
            <a:ext cx="320040" cy="32004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376672" y="37764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Download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5376672" y="40325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of the restored PNG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across all three restoration types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47472" y="91440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138928" y="914400"/>
            <a:ext cx="3657600" cy="1115568"/>
          </a:xfrm>
          <a:prstGeom prst="roundRect">
            <a:avLst>
              <a:gd name="adj" fmla="val 6557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138928" y="914400"/>
            <a:ext cx="64008" cy="11155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49240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Noise Removal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349240" y="13075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NL-Means + Median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49240" y="1572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0" y="1572768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1572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138928" y="2194560"/>
            <a:ext cx="3657600" cy="1115568"/>
          </a:xfrm>
          <a:prstGeom prst="roundRect">
            <a:avLst>
              <a:gd name="adj" fmla="val 6557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138928" y="2194560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924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Deblurring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349240" y="2587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 + Unsharp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349240" y="2852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0" y="2852928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0" y="2852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Mod–High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138928" y="3474720"/>
            <a:ext cx="3657600" cy="1115568"/>
          </a:xfrm>
          <a:prstGeom prst="roundRect">
            <a:avLst>
              <a:gd name="adj" fmla="val 6557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138928" y="3474720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4924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Super-Res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349240" y="38679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Bicubic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349240" y="4133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58000" y="4133088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0" y="41330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Mod–High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4773168"/>
            <a:ext cx="845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timings measured on a 400×300 px image. Super resolution output is 2× the input dimensions.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914400"/>
            <a:ext cx="4983480" cy="2377440"/>
          </a:xfrm>
          <a:prstGeom prst="roundRect">
            <a:avLst>
              <a:gd name="adj" fmla="val 3077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NL-Means + Median pipeline for effective denoising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Wiener deconvolution for motion deblurring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bicubic 2× super resolution with post-processing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17-layer DnCNN architecture integrated in PyTorch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React UI with interactive comparison slider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REST API with proper error handling &amp; file management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77840" y="914400"/>
            <a:ext cx="3218688" cy="2377440"/>
          </a:xfrm>
          <a:prstGeom prst="roundRect">
            <a:avLst>
              <a:gd name="adj" fmla="val 3077"/>
            </a:avLst>
          </a:prstGeom>
          <a:solidFill>
            <a:srgbClr val="141C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D6F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1353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DnCNN on BSD68 dataset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15000" y="16276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ESRGAN / Real-ESRGAN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15000" y="1901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deblurring (auto kernel)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2176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for multi-image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24505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 (AWS / Docker)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15000" y="2724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+ SSIM quality metrics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29992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6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Frame-by-frame video restoration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3474720"/>
            <a:ext cx="8458200" cy="1371600"/>
          </a:xfrm>
          <a:prstGeom prst="rect">
            <a:avLst/>
          </a:prstGeom>
          <a:solidFill>
            <a:srgbClr val="0F162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3474720"/>
            <a:ext cx="8458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547872"/>
            <a:ext cx="8458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347472" y="4206240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 | Built with React · Flask · OpenCV · PyTorch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Image Restoration</dc:title>
  <dc:subject>PptxGenJS Presentation</dc:subject>
  <dc:creator>PptxGenJS</dc:creator>
  <cp:lastModifiedBy>PptxGenJS</cp:lastModifiedBy>
  <cp:revision>1</cp:revision>
  <dcterms:created xsi:type="dcterms:W3CDTF">2026-04-28T16:27:08Z</dcterms:created>
  <dcterms:modified xsi:type="dcterms:W3CDTF">2026-04-28T16:27:08Z</dcterms:modified>
</cp:coreProperties>
</file>